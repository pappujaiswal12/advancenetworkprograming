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4180"/>
            <a:ext cx="8589010" cy="1048385"/>
          </a:xfrm>
        </p:spPr>
        <p:txBody>
          <a:bodyPr/>
          <a:p>
            <a:r>
              <a:rPr lang="en-US"/>
              <a:t>Socket for Client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635" y="1473200"/>
            <a:ext cx="9681845" cy="4910455"/>
          </a:xfrm>
        </p:spPr>
        <p:txBody>
          <a:bodyPr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Introduction to Socket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Using Sockets: investigating protocols with telnet, Reading from Servers with sockets,writing to servers with sockets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Constructing and connecting Sockets: basic constructorsm picking a local interface to connect from, constructing without connecting, socket Addresses and proxy servers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Getting information about a socket: Closed or connected ? ,toString()?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Setting Socket Options:TCP_NODELAY, SO_LINNGER, SO_TIMEOUT, SO_RCVBUF and SO_SNDBUF, SO_KEEPALIVE, SO_OOBINLINE, SO_REUSEADDER and IP_TOS class of services</a:t>
            </a:r>
            <a:endParaRPr 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Socket in GUI Applications: whois and a Network Client Library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000"/>
              <a:t>A socket is an endpoint for communication between two machines over a network.In Java, sockets are mainly used to implement client–server applications using TCP/IP.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 socket uniquely identifies a connection using:</a:t>
            </a:r>
            <a:endParaRPr lang="en-US" altLang="en-US" sz="2000"/>
          </a:p>
          <a:p>
            <a:r>
              <a:rPr lang="en-US" altLang="en-US" sz="2000"/>
              <a:t>IP address</a:t>
            </a:r>
            <a:endParaRPr lang="en-US" altLang="en-US" sz="2000"/>
          </a:p>
          <a:p>
            <a:r>
              <a:rPr lang="en-US" altLang="en-US" sz="2000"/>
              <a:t>Port number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It can perform seven basic operations: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 sz="2000"/>
              <a:t>Connect to a remote machine</a:t>
            </a:r>
            <a:endParaRPr lang="en-US" altLang="en-US" sz="2000"/>
          </a:p>
          <a:p>
            <a:r>
              <a:rPr lang="en-US" altLang="en-US" sz="2000"/>
              <a:t>Send data</a:t>
            </a:r>
            <a:endParaRPr lang="en-US" altLang="en-US" sz="2000"/>
          </a:p>
          <a:p>
            <a:r>
              <a:rPr lang="en-US" altLang="en-US" sz="2000"/>
              <a:t>Receive data</a:t>
            </a:r>
            <a:endParaRPr lang="en-US" altLang="en-US" sz="2000"/>
          </a:p>
          <a:p>
            <a:r>
              <a:rPr lang="en-US" altLang="en-US" sz="2000"/>
              <a:t>Close a connection</a:t>
            </a:r>
            <a:endParaRPr lang="en-US" altLang="en-US" sz="2000"/>
          </a:p>
          <a:p>
            <a:r>
              <a:rPr lang="en-US" altLang="en-US" sz="2000"/>
              <a:t>Bind to a port</a:t>
            </a:r>
            <a:endParaRPr lang="en-US" altLang="en-US" sz="2000"/>
          </a:p>
          <a:p>
            <a:r>
              <a:rPr lang="en-US" altLang="en-US" sz="2000"/>
              <a:t>Listen for incoming data</a:t>
            </a:r>
            <a:endParaRPr lang="en-US" altLang="en-US" sz="2000"/>
          </a:p>
          <a:p>
            <a:r>
              <a:rPr lang="en-US" altLang="en-US" sz="2000"/>
              <a:t>Accept connections from remote machines on the bound port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Investigating Protocols with Telnet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1310"/>
            <a:ext cx="10515600" cy="489394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Telnet is a text-based client–server protocol that allows a user to connect to a remote computer or service using a TCP connection.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Operates at the application layer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Uses plain text communication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Default port: 23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Can connect to any TCP service, not just Telnet servers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Why Telnet is Used for Investigating Protocols: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Telnet allows direct interaction with servers by manually typing protocol commands.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Using Telnet, we can: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Check whether a server is reachable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Observe how a server responds to requests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Understand the syntax of protocol commands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Debug incorrect or unexpected server responses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Telnet localhost 25:</a:t>
            </a:r>
            <a:endParaRPr lang="en-US"/>
          </a:p>
          <a:p>
            <a:pPr marL="0" indent="0">
              <a:buNone/>
            </a:pPr>
            <a:r>
              <a:rPr lang="en-US" altLang="en-US" sz="2000"/>
              <a:t>This requests a connection to port 25, the SMTP port, on the local machine; SMTP is the protocol used to transfer email between servers or between a mail client and a server. If you know the commands to interact with an SMTP server, you can send email without going through a mail program. This trick can be used to forge email.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Reading from Servers with sockets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Reading from a server using sockets means receiving data sent by a remote server over a TCP connection.</a:t>
            </a:r>
            <a:endParaRPr lang="en-US" altLang="en-US" sz="2000"/>
          </a:p>
          <a:p>
            <a:r>
              <a:rPr lang="en-US" altLang="en-US" sz="2000"/>
              <a:t>In Java, this is done using input streams obtained from a Socket object.</a:t>
            </a:r>
            <a:endParaRPr lang="en-US" altLang="en-US" sz="2000"/>
          </a:p>
          <a:p>
            <a:r>
              <a:rPr lang="en-US" altLang="en-US" sz="2000"/>
              <a:t>Once a socket is connected, the server sends data and the client reads it using stream-based I/O.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To read data from a server:</a:t>
            </a:r>
            <a:endParaRPr lang="en-US" altLang="en-US" sz="2000" b="1"/>
          </a:p>
          <a:p>
            <a:r>
              <a:rPr lang="en-US" altLang="en-US" sz="2000"/>
              <a:t>Create a socket</a:t>
            </a:r>
            <a:endParaRPr lang="en-US" altLang="en-US" sz="2000"/>
          </a:p>
          <a:p>
            <a:r>
              <a:rPr lang="en-US" altLang="en-US" sz="2000"/>
              <a:t>Get the input stream</a:t>
            </a:r>
            <a:endParaRPr lang="en-US" altLang="en-US" sz="2000"/>
          </a:p>
          <a:p>
            <a:r>
              <a:rPr lang="en-US" altLang="en-US" sz="2000"/>
              <a:t>Read bytes or characters</a:t>
            </a:r>
            <a:endParaRPr lang="en-US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4550"/>
            <a:ext cx="10515600" cy="5332730"/>
          </a:xfrm>
        </p:spPr>
        <p:txBody>
          <a:bodyPr/>
          <a:p>
            <a:pPr marL="0" indent="0">
              <a:buNone/>
            </a:pPr>
            <a:r>
              <a:rPr lang="en-US" altLang="en-US" sz="2000" b="1"/>
              <a:t>example: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Socket socket = new Socket("example.com", 80);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InputStream in = socket.getInputStream();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BufferedReader reader =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new BufferedReader(new InputStreamReader(in));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String line;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while ((line = reader.readLine()) != null)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System.out.println(line);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5785"/>
            <a:ext cx="10515600" cy="5611495"/>
          </a:xfrm>
        </p:spPr>
        <p:txBody>
          <a:bodyPr/>
          <a:p>
            <a:pPr marL="0" indent="0">
              <a:buNone/>
            </a:pPr>
            <a:r>
              <a:rPr lang="en-US" b="1"/>
              <a:t>Writting to servers with Sockets</a:t>
            </a:r>
            <a:endParaRPr lang="en-US"/>
          </a:p>
          <a:p>
            <a:pPr marL="0" indent="0" algn="just">
              <a:buNone/>
            </a:pPr>
            <a:r>
              <a:rPr lang="en-US" altLang="en-US" sz="2000"/>
              <a:t>Writing to a server using sockets means sending data from a client application to a remote server over a TCP connection.In Java, this is done using the output stream obtained from a Socket object.</a:t>
            </a:r>
            <a:endParaRPr lang="en-US" altLang="en-US" sz="2000"/>
          </a:p>
          <a:p>
            <a:pPr marL="0" indent="0" algn="just">
              <a:buNone/>
            </a:pPr>
            <a:r>
              <a:rPr lang="en-US" altLang="en-US" sz="2000"/>
              <a:t>The data written to the output stream becomes the request that the server processes.</a:t>
            </a:r>
            <a:endParaRPr lang="en-US" altLang="en-US" sz="2000"/>
          </a:p>
          <a:p>
            <a:pPr marL="0" indent="0" algn="just">
              <a:buNone/>
            </a:pPr>
            <a:r>
              <a:rPr lang="en-US" altLang="en-US" sz="2000" b="1"/>
              <a:t>Basic Steps to Write Data to a Server</a:t>
            </a:r>
            <a:endParaRPr lang="en-US" altLang="en-US" sz="2000" b="1"/>
          </a:p>
          <a:p>
            <a:pPr marL="457200" indent="-457200" algn="just">
              <a:buAutoNum type="arabicPeriod"/>
            </a:pPr>
            <a:r>
              <a:rPr lang="en-US" altLang="en-US" sz="2000" b="1"/>
              <a:t>Create a Socket</a:t>
            </a:r>
            <a:endParaRPr lang="en-US" altLang="en-US" sz="2000" b="1"/>
          </a:p>
          <a:p>
            <a:pPr marL="0" indent="457200" algn="just">
              <a:buNone/>
            </a:pPr>
            <a:r>
              <a:rPr lang="en-US" altLang="en-US" sz="2000"/>
              <a:t>Socket socket = new Socket("example.com", 80);</a:t>
            </a:r>
            <a:endParaRPr lang="en-US" altLang="en-US" sz="2000"/>
          </a:p>
          <a:p>
            <a:pPr marL="457200" indent="-457200" algn="just">
              <a:buFont typeface="+mj-lt"/>
              <a:buAutoNum type="arabicPeriod" startAt="2"/>
            </a:pPr>
            <a:r>
              <a:rPr lang="en-US" altLang="en-US" sz="2000" b="1"/>
              <a:t>Get the Output Stream</a:t>
            </a:r>
            <a:endParaRPr lang="en-US" altLang="en-US" sz="2000" b="1"/>
          </a:p>
          <a:p>
            <a:pPr marL="0" indent="457200" algn="just">
              <a:buFont typeface="+mj-lt"/>
              <a:buNone/>
            </a:pPr>
            <a:r>
              <a:rPr lang="en-US" altLang="en-US" sz="2000"/>
              <a:t>OutputStream out = socket.getOutputStream();</a:t>
            </a:r>
            <a:endParaRPr lang="en-US" altLang="en-US" sz="2000"/>
          </a:p>
          <a:p>
            <a:pPr marL="457200" indent="-457200" algn="just">
              <a:buFont typeface="+mj-lt"/>
              <a:buAutoNum type="arabicPeriod" startAt="3"/>
            </a:pPr>
            <a:r>
              <a:rPr lang="en-US" altLang="en-US" sz="2000" b="1"/>
              <a:t>Write Request Data</a:t>
            </a:r>
            <a:endParaRPr lang="en-US" altLang="en-US" sz="2000" b="1"/>
          </a:p>
          <a:p>
            <a:pPr marL="457200" indent="-457200" algn="just">
              <a:buFont typeface="+mj-lt"/>
              <a:buAutoNum type="arabicPeriod" startAt="3"/>
            </a:pPr>
            <a:r>
              <a:rPr lang="en-US" altLang="en-US" sz="2000" b="1"/>
              <a:t>Flush the Stream</a:t>
            </a:r>
            <a:endParaRPr lang="en-US" altLang="en-US" sz="2000" b="1"/>
          </a:p>
          <a:p>
            <a:pPr marL="0" indent="457200" algn="just">
              <a:buFont typeface="+mj-lt"/>
              <a:buNone/>
            </a:pPr>
            <a:r>
              <a:rPr lang="en-US" altLang="en-US" sz="2000"/>
              <a:t>out.flush();</a:t>
            </a:r>
            <a:endParaRPr lang="en-US" altLang="en-US" sz="2000"/>
          </a:p>
          <a:p>
            <a:pPr marL="0" indent="457200" algn="just">
              <a:buFont typeface="+mj-lt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3360" y="287655"/>
            <a:ext cx="9870440" cy="6196965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en-US" altLang="en-US"/>
              <a:t> try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Socket socket = new Socket("example.com", 80);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PrintWriter out = new PrintWriter(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socket.getOutputStream(), true);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BufferedReader in = new BufferedReader(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new InputStreamReader(socket.getInputStream()));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out.println("GET / HTTP/1.1");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out.println("Host: example.com");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out.println("Connection: close");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out.println();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String line;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while ((line = in.readLine()) != null)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System.out.println(line);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socket.close();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    } catch (IOException e)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e.printStackTrace();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Constructing and Connecting Sockets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Constructing a socket means creating a Socket object in a Java program. Connecting a socket means establishing a TCP connection between the client and a remote server using an IP address and port number.</a:t>
            </a:r>
            <a:endParaRPr lang="en-US" altLang="en-US" sz="2000"/>
          </a:p>
          <a:p>
            <a:pPr marL="457200" indent="-457200">
              <a:buAutoNum type="arabicPeriod"/>
            </a:pPr>
            <a:r>
              <a:rPr lang="en-US" altLang="en-US" sz="2000" b="1"/>
              <a:t>Basic Constructors:</a:t>
            </a:r>
            <a:r>
              <a:rPr lang="en-US" altLang="en-US" sz="2000"/>
              <a:t> Each Socket constructor specifies the host and the port to connect to. Hosts may be specified as an InetAddress or a String. Remote ports are specified as int values from 1 to 65535:</a:t>
            </a:r>
            <a:endParaRPr lang="en-US" altLang="en-US" sz="2000"/>
          </a:p>
          <a:p>
            <a:pPr marL="457200" lvl="1" indent="0">
              <a:buNone/>
            </a:pPr>
            <a:r>
              <a:rPr lang="en-US" altLang="en-US" sz="2000"/>
              <a:t>public Socket(String host, int port) throws UnknownHostException, IOException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public Socket(InetAddress host, int port) throws IOException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Q-&gt; Find out which of the first 1024 ports seem to be hosting TCP servers on a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specified host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310"/>
            <a:ext cx="10515600" cy="534797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/>
              <a:t>example :</a:t>
            </a:r>
            <a:endParaRPr lang="en-US"/>
          </a:p>
          <a:p>
            <a:pPr marL="0" indent="0">
              <a:buNone/>
            </a:pPr>
            <a:r>
              <a:rPr lang="en-US" altLang="en-US"/>
              <a:t>String host = args.length &gt; 0 ? args[0] : "localhost";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for (int i = 1; i &lt; 1024; i++)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try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Socket s = new Socket(host, i);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System.out.println("There is a server on port " + i + " of 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+ host);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s.close();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} catch (UnknownHostException ex)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System.err.println(ex);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break;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} 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9655"/>
            <a:ext cx="10515600" cy="5127625"/>
          </a:xfrm>
        </p:spPr>
        <p:txBody>
          <a:bodyPr/>
          <a:p>
            <a:r>
              <a:rPr lang="en-US" sz="2400" b="1"/>
              <a:t>Public Socket(String Host, int port):</a:t>
            </a:r>
            <a:r>
              <a:rPr lang="en-US" sz="2400"/>
              <a:t> this constructor create a tcp sockect to the specified port on the specified host and attempts to connect to the remote host</a:t>
            </a:r>
            <a:endParaRPr lang="en-US" sz="2400"/>
          </a:p>
          <a:p>
            <a:r>
              <a:rPr lang="en-US" sz="2400" b="1"/>
              <a:t>public Socket(InetAddress add, int port):</a:t>
            </a:r>
            <a:r>
              <a:rPr lang="en-US" sz="2400"/>
              <a:t> like the previous constructors, this constructor create a tcp socket to the specified port on the specified host abd tries to connect.</a:t>
            </a:r>
            <a:endParaRPr 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Picking a Local Interface to Connect From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Used when the client machine has multiple network interfaces (e.g., Wi-Fi + Ethernet).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Two constructors specify both the host and port to connect to and the interface and port to connect from: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public Socket(String host, int port, InetAddress interface, int localPort)  throws IOException, UnknownHostException</a:t>
            </a:r>
            <a:endParaRPr lang="en-US" altLang="en-US"/>
          </a:p>
          <a:p>
            <a:pPr marL="514350" indent="-514350">
              <a:buAutoNum type="arabicPeriod"/>
            </a:pPr>
            <a:r>
              <a:rPr lang="en-US" altLang="en-US"/>
              <a:t>public Socket(InetAddress host, int port, InetAddress interface, int localPort)  throws IOException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5558</Words>
  <Application>WPS Presentation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Pappu jaiswal</dc:creator>
  <cp:lastModifiedBy>Pappu Jaiswal</cp:lastModifiedBy>
  <cp:revision>46</cp:revision>
  <dcterms:created xsi:type="dcterms:W3CDTF">2025-07-23T00:59:00Z</dcterms:created>
  <dcterms:modified xsi:type="dcterms:W3CDTF">2025-12-28T03:20:37Z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DABC03DC1CF04C25873850714DBB7F41_11</vt:lpwstr>
  </property>
  <property fmtid="{D5CDD505-2E9C-101B-9397-08002B2CF9AE}" pid="3" name="KSOProductBuildVer">
    <vt:lpwstr>1033-12.2.0.23196</vt:lpwstr>
  </property>
</Properties>
</file>