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6"/>
  </p:notesMasterIdLst>
  <p:sldIdLst>
    <p:sldId id="256" r:id="rId4"/>
    <p:sldId id="257" r:id="rId5"/>
    <p:sldId id="258" r:id="rId6"/>
    <p:sldId id="259" r:id="rId7"/>
    <p:sldId id="260" r:id="rId8"/>
    <p:sldId id="261" r:id="rId9"/>
    <p:sldId id="264" r:id="rId10"/>
    <p:sldId id="262" r:id="rId11"/>
    <p:sldId id="263"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4" Type="http://schemas.openxmlformats.org/officeDocument/2006/relationships/tags" Target="../tags/tag11.xml"/><Relationship Id="rId3" Type="http://schemas.openxmlformats.org/officeDocument/2006/relationships/image" Target="../media/image2.png"/><Relationship Id="rId2" Type="http://schemas.openxmlformats.org/officeDocument/2006/relationships/tags" Target="../tags/tag1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image" Target="../media/image4.png"/><Relationship Id="rId2" Type="http://schemas.openxmlformats.org/officeDocument/2006/relationships/tags" Target="../tags/tag45.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pic>
        <p:nvPicPr>
          <p:cNvPr id="5" name="图片 4"/>
          <p:cNvPicPr>
            <a:picLocks noChangeAspect="1"/>
          </p:cNvPicPr>
          <p:nvPr userDrawn="1">
            <p:custDataLst>
              <p:tags r:id="rId2"/>
            </p:custDataLst>
          </p:nvPr>
        </p:nvPicPr>
        <p:blipFill rotWithShape="1">
          <a:blip r:embed="rId3">
            <a:duotone>
              <a:prstClr val="black"/>
              <a:schemeClr val="accent1">
                <a:tint val="45000"/>
                <a:satMod val="400000"/>
              </a:schemeClr>
            </a:duotone>
            <a:lum bright="12000" contrast="30000"/>
          </a:blip>
          <a:srcRect t="586" r="671" b="-1"/>
          <a:stretch>
            <a:fillRect/>
          </a:stretch>
        </p:blipFill>
        <p:spPr>
          <a:xfrm>
            <a:off x="0" y="-14831"/>
            <a:ext cx="12192000" cy="6872831"/>
          </a:xfrm>
          <a:prstGeom prst="rect">
            <a:avLst/>
          </a:prstGeom>
        </p:spPr>
      </p:pic>
      <p:sp>
        <p:nvSpPr>
          <p:cNvPr id="2" name="标题 1"/>
          <p:cNvSpPr>
            <a:spLocks noGrp="1"/>
          </p:cNvSpPr>
          <p:nvPr>
            <p:ph type="ctrTitle" hasCustomPrompt="1"/>
            <p:custDataLst>
              <p:tags r:id="rId4"/>
            </p:custDataLst>
          </p:nvPr>
        </p:nvSpPr>
        <p:spPr>
          <a:xfrm>
            <a:off x="838200" y="1972310"/>
            <a:ext cx="7421880" cy="2218690"/>
          </a:xfrm>
        </p:spPr>
        <p:txBody>
          <a:bodyPr anchor="t" anchorCtr="0">
            <a:normAutofit/>
          </a:bodyPr>
          <a:lstStyle>
            <a:lvl1pPr algn="l">
              <a:lnSpc>
                <a:spcPct val="100000"/>
              </a:lnSpc>
              <a:defRPr sz="44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副标题 2"/>
          <p:cNvSpPr>
            <a:spLocks noGrp="1"/>
          </p:cNvSpPr>
          <p:nvPr>
            <p:ph type="subTitle" idx="1" hasCustomPrompt="1"/>
            <p:custDataLst>
              <p:tags r:id="rId5"/>
            </p:custDataLst>
          </p:nvPr>
        </p:nvSpPr>
        <p:spPr>
          <a:xfrm>
            <a:off x="838200" y="949960"/>
            <a:ext cx="10515600" cy="1015365"/>
          </a:xfrm>
        </p:spPr>
        <p:txBody>
          <a:bodyPr anchor="b">
            <a:normAutofit/>
          </a:bodyPr>
          <a:lstStyle>
            <a:lvl1pPr marL="0" indent="0" algn="l">
              <a:lnSpc>
                <a:spcPct val="100000"/>
              </a:lnSpc>
              <a:buNone/>
              <a:defRPr sz="2400">
                <a:solidFill>
                  <a:schemeClr val="accent1"/>
                </a:solidFill>
                <a:latin typeface="+mj-lt"/>
                <a:sym typeface="Arial" panose="020B0604020202020204" pitchFamily="34" charset="0"/>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24" name="署名占位符 10"/>
          <p:cNvSpPr>
            <a:spLocks noGrp="1"/>
          </p:cNvSpPr>
          <p:nvPr>
            <p:ph type="body" sz="quarter" idx="17" hasCustomPrompt="1"/>
            <p:custDataLst>
              <p:tags r:id="rId6"/>
            </p:custDataLst>
          </p:nvPr>
        </p:nvSpPr>
        <p:spPr>
          <a:xfrm>
            <a:off x="838200" y="4194175"/>
            <a:ext cx="2743200" cy="526415"/>
          </a:xfrm>
        </p:spPr>
        <p:txBody>
          <a:bodyPr anchor="ctr">
            <a:normAutofit/>
          </a:bodyPr>
          <a:lstStyle>
            <a:lvl1pPr marL="0" indent="0" algn="l">
              <a:lnSpc>
                <a:spcPct val="100000"/>
              </a:lnSpc>
              <a:buNone/>
              <a:defRPr sz="1800">
                <a:solidFill>
                  <a:schemeClr val="lt1">
                    <a:lumMod val="100000"/>
                  </a:schemeClr>
                </a:solidFill>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lgn="l">
              <a:defRPr>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3">
            <a:duotone>
              <a:prstClr val="black"/>
              <a:schemeClr val="accent1">
                <a:tint val="45000"/>
                <a:satMod val="400000"/>
              </a:schemeClr>
            </a:duotone>
            <a:lum bright="6000" contrast="12000"/>
          </a:blip>
          <a:srcRect t="2579"/>
          <a:stretch>
            <a:fillRect/>
          </a:stretch>
        </p:blipFill>
        <p:spPr>
          <a:xfrm>
            <a:off x="0" y="11430"/>
            <a:ext cx="12192635" cy="6846570"/>
          </a:xfrm>
          <a:prstGeom prst="rect">
            <a:avLst/>
          </a:prstGeom>
        </p:spPr>
      </p:pic>
      <p:sp>
        <p:nvSpPr>
          <p:cNvPr id="2" name="标题 1"/>
          <p:cNvSpPr>
            <a:spLocks noGrp="1"/>
          </p:cNvSpPr>
          <p:nvPr>
            <p:ph type="title" hasCustomPrompt="1"/>
            <p:custDataLst>
              <p:tags r:id="rId4"/>
            </p:custDataLst>
          </p:nvPr>
        </p:nvSpPr>
        <p:spPr>
          <a:xfrm>
            <a:off x="621665" y="755650"/>
            <a:ext cx="3260090" cy="5563870"/>
          </a:xfrm>
        </p:spPr>
        <p:txBody>
          <a:bodyPr anchor="t">
            <a:normAutofit/>
          </a:bodyPr>
          <a:lstStyle>
            <a:lvl1pPr>
              <a:defRPr sz="44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rotWithShape="1">
          <a:blip r:embed="rId3">
            <a:duotone>
              <a:prstClr val="black"/>
              <a:schemeClr val="accent1">
                <a:tint val="45000"/>
                <a:satMod val="400000"/>
              </a:schemeClr>
            </a:duotone>
            <a:lum bright="12000" contrast="24000"/>
          </a:blip>
          <a:srcRect t="1279" r="833"/>
          <a:stretch>
            <a:fillRect/>
          </a:stretch>
        </p:blipFill>
        <p:spPr>
          <a:xfrm>
            <a:off x="1" y="0"/>
            <a:ext cx="12191999" cy="6843712"/>
          </a:xfrm>
          <a:prstGeom prst="rect">
            <a:avLst/>
          </a:prstGeom>
        </p:spPr>
      </p:pic>
      <p:sp>
        <p:nvSpPr>
          <p:cNvPr id="2" name="标题 1"/>
          <p:cNvSpPr>
            <a:spLocks noGrp="1"/>
          </p:cNvSpPr>
          <p:nvPr>
            <p:ph type="title" hasCustomPrompt="1"/>
            <p:custDataLst>
              <p:tags r:id="rId4"/>
            </p:custDataLst>
          </p:nvPr>
        </p:nvSpPr>
        <p:spPr>
          <a:xfrm>
            <a:off x="3900170" y="2228215"/>
            <a:ext cx="7291070" cy="3861435"/>
          </a:xfrm>
        </p:spPr>
        <p:txBody>
          <a:bodyPr anchor="t" anchorCtr="0">
            <a:normAutofit/>
          </a:bodyPr>
          <a:lstStyle>
            <a:lvl1pPr algn="r">
              <a:defRPr sz="40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5"/>
            </p:custDataLst>
          </p:nvPr>
        </p:nvSpPr>
        <p:spPr>
          <a:xfrm>
            <a:off x="2045335" y="803275"/>
            <a:ext cx="9144000" cy="1405890"/>
          </a:xfrm>
        </p:spPr>
        <p:txBody>
          <a:bodyPr wrap="none" tIns="0" rIns="0" bIns="0" anchor="b" anchorCtr="0">
            <a:normAutofit/>
          </a:bodyPr>
          <a:lstStyle>
            <a:lvl1pPr marL="0" indent="0" algn="r">
              <a:buNone/>
              <a:defRPr sz="8800" b="1">
                <a:solidFill>
                  <a:schemeClr val="accent1"/>
                </a:solidFill>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lIns="0" tIns="0" rIns="0" bIns="0" rtlCol="0" anchor="ctr">
            <a:normAutofit/>
          </a:bodyPr>
          <a:lstStyle>
            <a:lvl1pPr algn="l">
              <a:defRPr lang="en-US" dirty="0">
                <a:solidFill>
                  <a:schemeClr val="lt1">
                    <a:lumMod val="100000"/>
                  </a:schemeClr>
                </a:solidFill>
                <a:latin typeface="+mj-lt"/>
                <a:sym typeface="Arial" panose="020B060402020202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7"/>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8506" y="266702"/>
            <a:ext cx="10795086" cy="863607"/>
          </a:xfrm>
        </p:spPr>
        <p:txBody>
          <a:bodyPr vert="horz" lIns="0" tIns="0" rIns="0" bIns="0" rtlCol="0" anchor="ctr">
            <a:normAutofit/>
          </a:bodyPr>
          <a:lstStyle>
            <a:lvl1pPr algn="l">
              <a:defRPr lang="en-US" dirty="0">
                <a:solidFill>
                  <a:schemeClr val="lt1">
                    <a:lumMod val="100000"/>
                  </a:schemeClr>
                </a:solidFill>
                <a:latin typeface="+mj-lt"/>
                <a:sym typeface="Arial" panose="020B0604020202020204" pitchFamily="34" charset="0"/>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anchor="b"/>
          <a:lstStyle>
            <a:lvl1pPr marL="0" indent="0">
              <a:buNone/>
              <a:defRPr sz="2400" b="1">
                <a:solidFill>
                  <a:schemeClr val="lt1">
                    <a:lumMod val="100000"/>
                  </a:schemeClr>
                </a:solidFill>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anchor="b"/>
          <a:lstStyle>
            <a:lvl1pPr marL="0" indent="0">
              <a:buNone/>
              <a:defRPr sz="2400" b="1">
                <a:solidFill>
                  <a:schemeClr val="lt1">
                    <a:lumMod val="100000"/>
                  </a:schemeClr>
                </a:solidFill>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9"/>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lgn="l">
              <a:defRPr>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95960" y="360045"/>
            <a:ext cx="10801985" cy="5817870"/>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8506" y="266702"/>
            <a:ext cx="10795086" cy="863607"/>
          </a:xfrm>
        </p:spPr>
        <p:txBody>
          <a:bodyPr/>
          <a:lstStyle>
            <a:lvl1pPr algn="l">
              <a:defRPr>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8810" cy="539750"/>
          </a:xfrm>
        </p:spPr>
        <p:txBody>
          <a:bodyPr anchor="t"/>
          <a:lstStyle>
            <a:lvl1pPr marL="0" indent="0">
              <a:buNone/>
              <a:defRPr sz="2400" b="0">
                <a:solidFill>
                  <a:schemeClr val="lt1">
                    <a:lumMod val="100000"/>
                  </a:schemeClr>
                </a:solidFill>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6"/>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pic>
        <p:nvPicPr>
          <p:cNvPr id="5" name="图片 4"/>
          <p:cNvPicPr>
            <a:picLocks noChangeAspect="1"/>
          </p:cNvPicPr>
          <p:nvPr userDrawn="1">
            <p:custDataLst>
              <p:tags r:id="rId2"/>
            </p:custDataLst>
          </p:nvPr>
        </p:nvPicPr>
        <p:blipFill>
          <a:blip r:embed="rId3">
            <a:duotone>
              <a:prstClr val="black"/>
              <a:schemeClr val="accent1">
                <a:tint val="45000"/>
                <a:satMod val="400000"/>
              </a:schemeClr>
            </a:duotone>
            <a:lum bright="12000" contrast="24000"/>
          </a:blip>
          <a:stretch>
            <a:fillRect/>
          </a:stretch>
        </p:blipFill>
        <p:spPr>
          <a:xfrm>
            <a:off x="0" y="0"/>
            <a:ext cx="12192000" cy="6857999"/>
          </a:xfrm>
          <a:prstGeom prst="rect">
            <a:avLst/>
          </a:prstGeom>
        </p:spPr>
      </p:pic>
      <p:sp>
        <p:nvSpPr>
          <p:cNvPr id="2" name="标题 1"/>
          <p:cNvSpPr>
            <a:spLocks noGrp="1"/>
          </p:cNvSpPr>
          <p:nvPr>
            <p:ph type="ctrTitle" hasCustomPrompt="1"/>
            <p:custDataLst>
              <p:tags r:id="rId4"/>
            </p:custDataLst>
          </p:nvPr>
        </p:nvSpPr>
        <p:spPr>
          <a:xfrm>
            <a:off x="838200" y="1216451"/>
            <a:ext cx="10515000" cy="1800000"/>
          </a:xfrm>
        </p:spPr>
        <p:txBody>
          <a:bodyPr anchor="b"/>
          <a:lstStyle>
            <a:lvl1pPr algn="ctr">
              <a:lnSpc>
                <a:spcPct val="100000"/>
              </a:lnSpc>
              <a:defRPr sz="60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24" name="署名占位符 10"/>
          <p:cNvSpPr>
            <a:spLocks noGrp="1"/>
          </p:cNvSpPr>
          <p:nvPr>
            <p:ph type="body" sz="quarter" idx="17" hasCustomPrompt="1"/>
            <p:custDataLst>
              <p:tags r:id="rId5"/>
            </p:custDataLst>
          </p:nvPr>
        </p:nvSpPr>
        <p:spPr>
          <a:xfrm>
            <a:off x="838165" y="3380249"/>
            <a:ext cx="10514400" cy="898647"/>
          </a:xfrm>
        </p:spPr>
        <p:txBody>
          <a:bodyPr anchor="t">
            <a:normAutofit/>
          </a:bodyPr>
          <a:lstStyle>
            <a:lvl1pPr marL="0" indent="0" algn="ctr">
              <a:lnSpc>
                <a:spcPct val="100000"/>
              </a:lnSpc>
              <a:buNone/>
              <a:defRPr sz="1800">
                <a:solidFill>
                  <a:schemeClr val="lt1">
                    <a:lumMod val="100000"/>
                  </a:schemeClr>
                </a:solidFill>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8"/>
            <p:custDataLst>
              <p:tags r:id="rId6"/>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9"/>
            <p:custDataLst>
              <p:tags r:id="rId7"/>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20"/>
            <p:custDataLst>
              <p:tags r:id="rId8"/>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Area</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3"/>
            </p:custDataLst>
          </p:nvPr>
        </p:nvSpPr>
        <p:spPr>
          <a:xfrm>
            <a:off x="0" y="0"/>
            <a:ext cx="12192000" cy="6876415"/>
          </a:xfrm>
          <a:prstGeom prst="rect">
            <a:avLst/>
          </a:prstGeom>
          <a:solidFill>
            <a:srgbClr val="00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sym typeface="Arial" panose="020B0604020202020204" pitchFamily="34" charset="0"/>
            </a:endParaRPr>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lIns="0" tIns="0" rIns="0" bIns="0" rtlCol="0" anchor="ctr">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9"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100000"/>
        </a:lnSpc>
        <a:spcBef>
          <a:spcPct val="0"/>
        </a:spcBef>
        <a:buNone/>
        <a:defRPr sz="3200" b="1" kern="1200">
          <a:solidFill>
            <a:srgbClr val="FFFFFF"/>
          </a:soli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rgbClr val="FFFFFF"/>
          </a:solidFill>
          <a:latin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1200" kern="1200">
          <a:solidFill>
            <a:srgbClr val="FFFFFF"/>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000" kern="1200">
          <a:solidFill>
            <a:srgbClr val="FFFFFF"/>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900" kern="1200">
          <a:solidFill>
            <a:srgbClr val="FFFFFF"/>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000" kern="1200">
          <a:solidFill>
            <a:srgbClr val="FFFFFF"/>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image" Target="../media/image5.png"/><Relationship Id="rId2" Type="http://schemas.openxmlformats.org/officeDocument/2006/relationships/tags" Target="../tags/tag62.xml"/><Relationship Id="rId1" Type="http://schemas.openxmlformats.org/officeDocument/2006/relationships/tags" Target="../tags/tag6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69.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74.xml"/><Relationship Id="rId2" Type="http://schemas.openxmlformats.org/officeDocument/2006/relationships/image" Target="../media/image6.png"/><Relationship Id="rId1" Type="http://schemas.openxmlformats.org/officeDocument/2006/relationships/tags" Target="../tags/tag7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76.xml"/><Relationship Id="rId1" Type="http://schemas.openxmlformats.org/officeDocument/2006/relationships/tags" Target="../tags/tag75.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标题"/>
          <p:cNvSpPr>
            <a:spLocks noGrp="1"/>
          </p:cNvSpPr>
          <p:nvPr>
            <p:ph type="ctrTitle"/>
            <p:custDataLst>
              <p:tags r:id="rId1"/>
            </p:custDataLst>
          </p:nvPr>
        </p:nvSpPr>
        <p:spPr>
          <a:xfrm>
            <a:off x="838200" y="1972310"/>
            <a:ext cx="7421880" cy="2218690"/>
          </a:xfrm>
        </p:spPr>
        <p:txBody>
          <a:bodyPr/>
          <a:lstStyle/>
          <a:p>
            <a:pPr marL="0" indent="0" algn="l">
              <a:lnSpc>
                <a:spcPct val="100000"/>
              </a:lnSpc>
              <a:spcBef>
                <a:spcPts val="0"/>
              </a:spcBef>
              <a:spcAft>
                <a:spcPts val="0"/>
              </a:spcAft>
              <a:buSzPct val="100000"/>
            </a:pPr>
            <a:r>
              <a:rPr sz="4400">
                <a:ea typeface="+mj-ea"/>
              </a:rPr>
              <a:t>HTTP</a:t>
            </a:r>
            <a:endParaRPr sz="4400">
              <a:ea typeface="+mj-ea"/>
            </a:endParaRPr>
          </a:p>
        </p:txBody>
      </p:sp>
      <p:sp>
        <p:nvSpPr>
          <p:cNvPr id="15" name="副标题"/>
          <p:cNvSpPr>
            <a:spLocks noGrp="1"/>
          </p:cNvSpPr>
          <p:nvPr>
            <p:ph type="subTitle" idx="1"/>
            <p:custDataLst>
              <p:tags r:id="rId2"/>
            </p:custDataLst>
          </p:nvPr>
        </p:nvSpPr>
        <p:spPr>
          <a:xfrm>
            <a:off x="838200" y="2766060"/>
            <a:ext cx="10515600" cy="1424940"/>
          </a:xfrm>
        </p:spPr>
        <p:txBody>
          <a:bodyPr>
            <a:normAutofit fontScale="70000"/>
          </a:bodyPr>
          <a:lstStyle/>
          <a:p>
            <a:pPr marL="0" indent="0" algn="l">
              <a:lnSpc>
                <a:spcPct val="100000"/>
              </a:lnSpc>
              <a:spcBef>
                <a:spcPts val="1000"/>
              </a:spcBef>
              <a:spcAft>
                <a:spcPts val="0"/>
              </a:spcAft>
              <a:buSzPct val="100000"/>
            </a:pPr>
            <a:r>
              <a:rPr lang="en-US">
                <a:solidFill>
                  <a:schemeClr val="tx1"/>
                </a:solidFill>
                <a:ea typeface="+mn-ea"/>
              </a:rPr>
              <a:t>The protocol:keep alive</a:t>
            </a:r>
            <a:endParaRPr lang="en-US">
              <a:solidFill>
                <a:schemeClr val="tx1"/>
              </a:solidFill>
              <a:ea typeface="+mn-ea"/>
            </a:endParaRPr>
          </a:p>
          <a:p>
            <a:pPr marL="0" indent="0" algn="l">
              <a:lnSpc>
                <a:spcPct val="100000"/>
              </a:lnSpc>
              <a:spcBef>
                <a:spcPts val="1000"/>
              </a:spcBef>
              <a:spcAft>
                <a:spcPts val="0"/>
              </a:spcAft>
              <a:buSzPct val="100000"/>
            </a:pPr>
            <a:r>
              <a:rPr lang="en-US">
                <a:solidFill>
                  <a:schemeClr val="tx1"/>
                </a:solidFill>
                <a:ea typeface="+mn-ea"/>
              </a:rPr>
              <a:t>Http Method</a:t>
            </a:r>
            <a:endParaRPr lang="en-US">
              <a:solidFill>
                <a:schemeClr val="tx1"/>
              </a:solidFill>
              <a:ea typeface="+mn-ea"/>
            </a:endParaRPr>
          </a:p>
          <a:p>
            <a:pPr marL="0" indent="0" algn="l">
              <a:lnSpc>
                <a:spcPct val="100000"/>
              </a:lnSpc>
              <a:spcBef>
                <a:spcPts val="1000"/>
              </a:spcBef>
              <a:spcAft>
                <a:spcPts val="0"/>
              </a:spcAft>
              <a:buSzPct val="100000"/>
            </a:pPr>
            <a:r>
              <a:rPr lang="en-US">
                <a:solidFill>
                  <a:schemeClr val="tx1"/>
                </a:solidFill>
                <a:ea typeface="+mn-ea"/>
              </a:rPr>
              <a:t>The Request Body </a:t>
            </a:r>
            <a:endParaRPr lang="en-US">
              <a:solidFill>
                <a:schemeClr val="tx1"/>
              </a:solidFill>
              <a:ea typeface="+mn-ea"/>
            </a:endParaRPr>
          </a:p>
          <a:p>
            <a:pPr marL="0" indent="0" algn="l">
              <a:lnSpc>
                <a:spcPct val="100000"/>
              </a:lnSpc>
              <a:spcBef>
                <a:spcPts val="1000"/>
              </a:spcBef>
              <a:spcAft>
                <a:spcPts val="0"/>
              </a:spcAft>
              <a:buSzPct val="100000"/>
            </a:pPr>
            <a:r>
              <a:rPr lang="en-US">
                <a:solidFill>
                  <a:schemeClr val="tx1"/>
                </a:solidFill>
                <a:ea typeface="+mn-ea"/>
              </a:rPr>
              <a:t>Cookies:CookieManager and CookieStore</a:t>
            </a:r>
            <a:endParaRPr lang="en-US">
              <a:solidFill>
                <a:schemeClr val="tx1"/>
              </a:solidFill>
              <a:ea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000">
                <a:solidFill>
                  <a:schemeClr val="tx1"/>
                </a:solidFill>
                <a:cs typeface="Times New Roman" panose="02020603050405020304" charset="0"/>
              </a:rPr>
              <a:t>HTTP (Hypertext Transfer Protocol) is a fundamental protocol of the Internet, enabling the transfer of data between a client and a server. It is the foundation of data communication for the World Wide Web. HTTP provides a standard between a web browser and a web server to establish communication. It is a set of rules for transferring data from one computer to another.</a:t>
            </a:r>
            <a:endParaRPr lang="en-US" altLang="en-US" sz="2000">
              <a:solidFill>
                <a:schemeClr val="tx1"/>
              </a:solidFill>
              <a:cs typeface="Times New Roman" panose="02020603050405020304" charset="0"/>
            </a:endParaRPr>
          </a:p>
          <a:p>
            <a:pPr marL="0" indent="0" algn="just">
              <a:buNone/>
            </a:pPr>
            <a:endParaRPr lang="en-US" altLang="en-US" sz="2000">
              <a:solidFill>
                <a:schemeClr val="tx1"/>
              </a:solidFill>
              <a:cs typeface="Times New Roman" panose="02020603050405020304" charset="0"/>
            </a:endParaRPr>
          </a:p>
        </p:txBody>
      </p:sp>
      <p:pic>
        <p:nvPicPr>
          <p:cNvPr id="4" name="Picture 3"/>
          <p:cNvPicPr>
            <a:picLocks noChangeAspect="1"/>
          </p:cNvPicPr>
          <p:nvPr>
            <p:custDataLst>
              <p:tags r:id="rId2"/>
            </p:custDataLst>
          </p:nvPr>
        </p:nvPicPr>
        <p:blipFill>
          <a:blip r:embed="rId3"/>
          <a:stretch>
            <a:fillRect/>
          </a:stretch>
        </p:blipFill>
        <p:spPr>
          <a:xfrm>
            <a:off x="4335145" y="3429000"/>
            <a:ext cx="3162300" cy="1390650"/>
          </a:xfrm>
          <a:prstGeom prst="rect">
            <a:avLst/>
          </a:prstGeom>
        </p:spPr>
      </p:pic>
      <p:sp>
        <p:nvSpPr>
          <p:cNvPr id="9" name="Title 6"/>
          <p:cNvSpPr>
            <a:spLocks noGrp="1"/>
          </p:cNvSpPr>
          <p:nvPr>
            <p:custDataLst>
              <p:tags r:id="rId4"/>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introduction of HTTP</a:t>
            </a:r>
            <a:endParaRPr>
              <a:solidFill>
                <a:schemeClr val="tx1"/>
              </a:solidFill>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1369060"/>
            <a:ext cx="10515600" cy="4808220"/>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000">
                <a:solidFill>
                  <a:schemeClr val="tx1"/>
                </a:solidFill>
                <a:cs typeface="Times New Roman" panose="02020603050405020304" charset="0"/>
              </a:rPr>
              <a:t>A protocol is a set of rules and standards that define how data is transmitted and received between devices in a network. It specifies how communication starts, how data is formatted, how it is sent, and how errors are handled. Without protocols, computers would not be able to communicate with each other properly.</a:t>
            </a:r>
            <a:endParaRPr lang="en-US" altLang="en-US" sz="2000">
              <a:solidFill>
                <a:schemeClr val="tx1"/>
              </a:solidFill>
              <a:cs typeface="Times New Roman" panose="02020603050405020304" charset="0"/>
            </a:endParaRPr>
          </a:p>
          <a:p>
            <a:pPr marL="0" indent="0" algn="just">
              <a:buNone/>
            </a:pPr>
            <a:endParaRPr lang="en-US" altLang="en-US" sz="2000">
              <a:solidFill>
                <a:schemeClr val="tx1"/>
              </a:solidFill>
              <a:cs typeface="Times New Roman" panose="02020603050405020304" charset="0"/>
            </a:endParaRPr>
          </a:p>
        </p:txBody>
      </p:sp>
      <p:sp>
        <p:nvSpPr>
          <p:cNvPr id="8" name="Title 6"/>
          <p:cNvSpPr>
            <a:spLocks noGrp="1"/>
          </p:cNvSpPr>
          <p:nvPr>
            <p:custDataLst>
              <p:tags r:id="rId2"/>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Protocol</a:t>
            </a:r>
            <a:endParaRPr>
              <a:solidFill>
                <a:schemeClr val="tx1"/>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993775"/>
            <a:ext cx="10515600" cy="5183505"/>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a:solidFill>
                  <a:schemeClr val="tx1"/>
                </a:solidFill>
                <a:cs typeface="Times New Roman" panose="02020603050405020304" charset="0"/>
                <a:sym typeface="+mn-ea"/>
              </a:rPr>
              <a:t>HTTP connections use the TCP/IP protocol for data transfer. For each request from client to server, there is a sequence of four steps:</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sym typeface="+mn-ea"/>
              </a:rPr>
              <a:t>1. The client opens a TCP connection to the server on port 80, by default; other ports may be specified in the URL.</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sym typeface="+mn-ea"/>
              </a:rPr>
              <a:t>2. The client sends a message to the server requesting the resource at a specified path. The request includes a header, and optionally (depending on the nature of the request) a blank line followed by data for the request.</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sym typeface="+mn-ea"/>
              </a:rPr>
              <a:t>3. The server sends a response to the client. The response begins with a response code, followed by a header full of metadata, a blank line, and the requested document or an error message.</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sym typeface="+mn-ea"/>
              </a:rPr>
              <a:t>4. The server closes the connection.</a:t>
            </a:r>
            <a:endParaRPr lang="en-US" altLang="en-US" sz="2000">
              <a:solidFill>
                <a:schemeClr val="tx1"/>
              </a:solidFill>
              <a:cs typeface="Times New Roman" panose="02020603050405020304" charset="0"/>
            </a:endParaRPr>
          </a:p>
          <a:p>
            <a:pPr marL="0" indent="0" algn="just">
              <a:buNone/>
            </a:pPr>
            <a:endParaRPr lang="en-US" altLang="en-US" sz="2000">
              <a:solidFill>
                <a:schemeClr val="tx1"/>
              </a:solidFill>
              <a:cs typeface="Times New Roman" panose="02020603050405020304" charset="0"/>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ltLang="en-US" sz="2000">
                <a:solidFill>
                  <a:schemeClr val="tx1"/>
                </a:solidFill>
                <a:cs typeface="Times New Roman" panose="02020603050405020304" charset="0"/>
              </a:rPr>
              <a:t>Keep-Alive is a feature of the HTTP protocol that allows a single TCP connection to be reused for multiple HTTP requests and responses instead of opening a new connection for each request.</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rPr>
              <a:t>Without keep-alive, every request requires a new connection, which increases latency and network overhead. With keep-alive enabled, the connection remains open for a short period after a response, improving performance and reducing server load.</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rPr>
              <a:t>In HTTP/1.1, keep-alive is enabled by default unless explicitly disabled.</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rPr>
              <a:t> when you set up a TCP connection, you associate a set of timers. Some of these timers deal with the keepalive procedure. When the keepalive timer reaches zero, you send your peer a keepalive probe packet with no data in it and the ACK flag turned on. You can do this because of the TCP/IP specifications, as a sort of duplicate ACK, and the remote endpoint will have no arguments, as TCP is a stream-oriented protocol. On the other hand, you will receive a reply from the remote host (which doesn't need to support keepalive at all, just TCP/IP), with no data and the ACK set.</a:t>
            </a:r>
            <a:endParaRPr lang="en-US" altLang="en-US" sz="2000">
              <a:solidFill>
                <a:schemeClr val="tx1"/>
              </a:solidFill>
              <a:cs typeface="Times New Roman" panose="02020603050405020304" charset="0"/>
            </a:endParaRPr>
          </a:p>
        </p:txBody>
      </p:sp>
      <p:sp>
        <p:nvSpPr>
          <p:cNvPr id="9" name="Title 7"/>
          <p:cNvSpPr>
            <a:spLocks noGrp="1"/>
          </p:cNvSpPr>
          <p:nvPr>
            <p:custDataLst>
              <p:tags r:id="rId2"/>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The Protocol: Keep-Alive</a:t>
            </a:r>
            <a:endParaRPr>
              <a:solidFill>
                <a:schemeClr val="tx1"/>
              </a:solidFill>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3"/>
          <p:cNvPicPr>
            <a:picLocks noChangeAspect="1"/>
          </p:cNvPicPr>
          <p:nvPr>
            <p:custDataLst>
              <p:tags r:id="rId1"/>
            </p:custDataLst>
          </p:nvPr>
        </p:nvPicPr>
        <p:blipFill>
          <a:blip r:embed="rId2"/>
          <a:stretch>
            <a:fillRect/>
          </a:stretch>
        </p:blipFill>
        <p:spPr>
          <a:xfrm>
            <a:off x="2422525" y="1988820"/>
            <a:ext cx="7149465" cy="4351655"/>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502920"/>
            <a:ext cx="10515600" cy="5674360"/>
          </a:xfrm>
          <a:prstGeom prst="rect">
            <a:avLst/>
          </a:prstGeom>
        </p:spPr>
        <p:txBody>
          <a:bodyPr vert="horz" wrap="square"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a:solidFill>
                  <a:schemeClr val="tx1"/>
                </a:solidFill>
              </a:rPr>
              <a:t> URL url = new URL("https://example.com");</a:t>
            </a:r>
            <a:endParaRPr lang="en-US" altLang="en-US">
              <a:solidFill>
                <a:schemeClr val="tx1"/>
              </a:solidFill>
            </a:endParaRPr>
          </a:p>
          <a:p>
            <a:pPr marL="0" indent="0">
              <a:buNone/>
            </a:pPr>
            <a:r>
              <a:rPr lang="en-US" altLang="en-US">
                <a:solidFill>
                  <a:schemeClr val="tx1"/>
                </a:solidFill>
              </a:rPr>
              <a:t>        HttpURLConnection con = (HttpURLConnection) url.openConnection();</a:t>
            </a:r>
            <a:endParaRPr lang="en-US" altLang="en-US">
              <a:solidFill>
                <a:schemeClr val="tx1"/>
              </a:solidFill>
            </a:endParaRPr>
          </a:p>
          <a:p>
            <a:endParaRPr lang="en-US" altLang="en-US">
              <a:solidFill>
                <a:schemeClr val="tx1"/>
              </a:solidFill>
            </a:endParaRPr>
          </a:p>
          <a:p>
            <a:pPr marL="0" indent="0">
              <a:buNone/>
            </a:pPr>
            <a:r>
              <a:rPr lang="en-US" altLang="en-US">
                <a:solidFill>
                  <a:schemeClr val="tx1"/>
                </a:solidFill>
              </a:rPr>
              <a:t>       // HTTP method</a:t>
            </a:r>
            <a:endParaRPr lang="en-US" altLang="en-US">
              <a:solidFill>
                <a:schemeClr val="tx1"/>
              </a:solidFill>
            </a:endParaRPr>
          </a:p>
          <a:p>
            <a:pPr marL="0" indent="0">
              <a:buNone/>
            </a:pPr>
            <a:r>
              <a:rPr lang="en-US" altLang="en-US">
                <a:solidFill>
                  <a:schemeClr val="tx1"/>
                </a:solidFill>
              </a:rPr>
              <a:t>       con.setRequestMethod("GET");</a:t>
            </a:r>
            <a:endParaRPr lang="en-US" altLang="en-US">
              <a:solidFill>
                <a:schemeClr val="tx1"/>
              </a:solidFill>
            </a:endParaRPr>
          </a:p>
          <a:p>
            <a:endParaRPr lang="en-US" altLang="en-US">
              <a:solidFill>
                <a:schemeClr val="tx1"/>
              </a:solidFill>
            </a:endParaRPr>
          </a:p>
          <a:p>
            <a:pPr marL="0" indent="0">
              <a:buNone/>
            </a:pPr>
            <a:r>
              <a:rPr lang="en-US" altLang="en-US">
                <a:solidFill>
                  <a:schemeClr val="tx1"/>
                </a:solidFill>
              </a:rPr>
              <a:t>        // Keep-Alive header</a:t>
            </a:r>
            <a:endParaRPr lang="en-US" altLang="en-US">
              <a:solidFill>
                <a:schemeClr val="tx1"/>
              </a:solidFill>
            </a:endParaRPr>
          </a:p>
          <a:p>
            <a:pPr marL="0" indent="0">
              <a:buNone/>
            </a:pPr>
            <a:r>
              <a:rPr lang="en-US" altLang="en-US">
                <a:solidFill>
                  <a:schemeClr val="tx1"/>
                </a:solidFill>
              </a:rPr>
              <a:t>        con.setRequestProperty("Connection", "keep-alive");</a:t>
            </a:r>
            <a:endParaRPr lang="en-US" altLang="en-US">
              <a:solidFill>
                <a:schemeClr val="tx1"/>
              </a:solidFill>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1364615"/>
            <a:ext cx="10515600" cy="48126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1800" b="1">
                <a:solidFill>
                  <a:schemeClr val="tx1"/>
                </a:solidFill>
                <a:cs typeface="Times New Roman" panose="02020603050405020304" charset="0"/>
              </a:rPr>
              <a:t>GET:</a:t>
            </a:r>
            <a:r>
              <a:rPr lang="en-US" altLang="en-US" sz="1800">
                <a:solidFill>
                  <a:schemeClr val="tx1"/>
                </a:solidFill>
                <a:cs typeface="Times New Roman" panose="02020603050405020304" charset="0"/>
              </a:rPr>
              <a:t> Used to retrieve data from a specified resource. It should have no side effects and is commonly used for fetching web pages, images, etc.</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POST:</a:t>
            </a:r>
            <a:r>
              <a:rPr lang="en-US" altLang="en-US" sz="1800">
                <a:solidFill>
                  <a:schemeClr val="tx1"/>
                </a:solidFill>
                <a:cs typeface="Times New Roman" panose="02020603050405020304" charset="0"/>
              </a:rPr>
              <a:t> Used to submit data to be processed by a specified resource. It is suitable for form submissions, file uploads and creating new resources.</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PUT:</a:t>
            </a:r>
            <a:r>
              <a:rPr lang="en-US" altLang="en-US" sz="1800">
                <a:solidFill>
                  <a:schemeClr val="tx1"/>
                </a:solidFill>
                <a:cs typeface="Times New Roman" panose="02020603050405020304" charset="0"/>
              </a:rPr>
              <a:t> Used to update or create a resource on the server. It replaces the entire resource with the data provided in the request body.</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PATCH:</a:t>
            </a:r>
            <a:r>
              <a:rPr lang="en-US" altLang="en-US" sz="1800">
                <a:solidFill>
                  <a:schemeClr val="tx1"/>
                </a:solidFill>
                <a:cs typeface="Times New Roman" panose="02020603050405020304" charset="0"/>
              </a:rPr>
              <a:t> Similar to PUT but used for partial modifications to a resource. It updates specific fields of a resource rather than replacing the entire resource.</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DELETE:</a:t>
            </a:r>
            <a:r>
              <a:rPr lang="en-US" altLang="en-US" sz="1800">
                <a:solidFill>
                  <a:schemeClr val="tx1"/>
                </a:solidFill>
                <a:cs typeface="Times New Roman" panose="02020603050405020304" charset="0"/>
              </a:rPr>
              <a:t> Used to remove a specified resource from the server.</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HEAD:</a:t>
            </a:r>
            <a:r>
              <a:rPr lang="en-US" altLang="en-US" sz="1800">
                <a:solidFill>
                  <a:schemeClr val="tx1"/>
                </a:solidFill>
                <a:cs typeface="Times New Roman" panose="02020603050405020304" charset="0"/>
              </a:rPr>
              <a:t> Similar to GET but retrieves only the response headers, useful for checking resource properties without transferring the full content.</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OPTIONS:</a:t>
            </a:r>
            <a:r>
              <a:rPr lang="en-US" altLang="en-US" sz="1800">
                <a:solidFill>
                  <a:schemeClr val="tx1"/>
                </a:solidFill>
                <a:cs typeface="Times New Roman" panose="02020603050405020304" charset="0"/>
              </a:rPr>
              <a:t> Used to retrieve the communication options available for a resource, including supported methods and headers.</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TRACE:</a:t>
            </a:r>
            <a:r>
              <a:rPr lang="en-US" altLang="en-US" sz="1800">
                <a:solidFill>
                  <a:schemeClr val="tx1"/>
                </a:solidFill>
                <a:cs typeface="Times New Roman" panose="02020603050405020304" charset="0"/>
              </a:rPr>
              <a:t> Used for debugging purposes to echo the received request back to the client, though it's rarely used due to security concerns.</a:t>
            </a:r>
            <a:endParaRPr lang="en-US" altLang="en-US" sz="1800">
              <a:solidFill>
                <a:schemeClr val="tx1"/>
              </a:solidFill>
              <a:cs typeface="Times New Roman" panose="02020603050405020304" charset="0"/>
            </a:endParaRPr>
          </a:p>
          <a:p>
            <a:r>
              <a:rPr lang="en-US" altLang="en-US" sz="1800" b="1">
                <a:solidFill>
                  <a:schemeClr val="tx1"/>
                </a:solidFill>
                <a:cs typeface="Times New Roman" panose="02020603050405020304" charset="0"/>
              </a:rPr>
              <a:t>CONNECT:</a:t>
            </a:r>
            <a:r>
              <a:rPr lang="en-US" altLang="en-US" sz="1800">
                <a:solidFill>
                  <a:schemeClr val="tx1"/>
                </a:solidFill>
                <a:cs typeface="Times New Roman" panose="02020603050405020304" charset="0"/>
              </a:rPr>
              <a:t> Used to establish a tunnel to the server through an HTTP proxy, commonly used for SSL/TLS connections.</a:t>
            </a:r>
            <a:endParaRPr lang="en-US" altLang="en-US" sz="1800">
              <a:solidFill>
                <a:schemeClr val="tx1"/>
              </a:solidFill>
              <a:cs typeface="Times New Roman" panose="02020603050405020304" charset="0"/>
            </a:endParaRPr>
          </a:p>
        </p:txBody>
      </p:sp>
      <p:sp>
        <p:nvSpPr>
          <p:cNvPr id="8" name="Title 6"/>
          <p:cNvSpPr>
            <a:spLocks noGrp="1"/>
          </p:cNvSpPr>
          <p:nvPr>
            <p:custDataLst>
              <p:tags r:id="rId2"/>
            </p:custDataLst>
          </p:nvPr>
        </p:nvSpPr>
        <p:spPr>
          <a:xfrm>
            <a:off x="838200" y="365125"/>
            <a:ext cx="10515600" cy="999490"/>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Methods of HTTP</a:t>
            </a:r>
            <a:endParaRPr>
              <a:solidFill>
                <a:schemeClr val="tx1"/>
              </a:solidFill>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1691640"/>
            <a:ext cx="10515600" cy="4698365"/>
          </a:xfrm>
          <a:prstGeom prst="rect">
            <a:avLst/>
          </a:prstGeom>
        </p:spPr>
        <p:txBody>
          <a:bodyPr vert="horz" wrap="square" lIns="91440" tIns="45720" rIns="91440" bIns="45720" rtlCol="0">
            <a:normAutofit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000">
                <a:solidFill>
                  <a:schemeClr val="tx1"/>
                </a:solidFill>
                <a:cs typeface="Times New Roman" panose="02020603050405020304" charset="0"/>
              </a:rPr>
              <a:t>The request body is a part of an HTTP request that contains data sent from the client to the server. It is mainly used when the client needs to submit information to the server for processing.</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The request body is the data sent from a client (like a web browser or app) to a server as part of an HTTP request, usually containing information for creating or updating a resource, commonly in formats like JSON or XML, used with methods like POST, PUT, or PATCH to send payload data beyond simple URL parameters.</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rPr>
              <a:t>The request body is commonly used with the following HTTP methods:</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POST, PUT , PATCH</a:t>
            </a:r>
            <a:endParaRPr lang="en-US" altLang="en-US" sz="2000">
              <a:solidFill>
                <a:schemeClr val="tx1"/>
              </a:solidFill>
              <a:cs typeface="Times New Roman" panose="02020603050405020304" charset="0"/>
            </a:endParaRPr>
          </a:p>
          <a:p>
            <a:pPr marL="0" indent="0" algn="just">
              <a:buNone/>
            </a:pPr>
            <a:r>
              <a:rPr lang="en-US" altLang="en-US" sz="2000">
                <a:solidFill>
                  <a:schemeClr val="tx1"/>
                </a:solidFill>
                <a:cs typeface="Times New Roman" panose="02020603050405020304" charset="0"/>
              </a:rPr>
              <a:t>The request body can contain:   </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Form data (such as username and password)</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JSON data</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XML data</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File uploads</a:t>
            </a:r>
            <a:endParaRPr lang="en-US" altLang="en-US" sz="2000">
              <a:solidFill>
                <a:schemeClr val="tx1"/>
              </a:solidFill>
              <a:cs typeface="Times New Roman" panose="02020603050405020304" charset="0"/>
            </a:endParaRPr>
          </a:p>
        </p:txBody>
      </p:sp>
      <p:sp>
        <p:nvSpPr>
          <p:cNvPr id="8" name="Title 6"/>
          <p:cNvSpPr>
            <a:spLocks noGrp="1"/>
          </p:cNvSpPr>
          <p:nvPr>
            <p:custDataLst>
              <p:tags r:id="rId2"/>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The Request Body</a:t>
            </a:r>
            <a:endParaRPr>
              <a:solidFill>
                <a:schemeClr val="tx1"/>
              </a:solidFill>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sz="2000">
                <a:solidFill>
                  <a:schemeClr val="tx1"/>
                </a:solidFill>
                <a:cs typeface="Times New Roman" panose="02020603050405020304" charset="0"/>
              </a:rPr>
              <a:t>A cookie is a small piece of data created by a web server and stored on the client’s computer by the web browser. Cookies are sent by the server in the HTTP response and are automatically sent back to the server by the client with every subsequent request to the same domain.</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HTTP is a stateless protocol, meaning it does not remember previous requests. Cookies are used to maintain state between multiple HTTP requests. They help the server identify users and remember information across sessions.</a:t>
            </a:r>
            <a:endParaRPr lang="en-US" altLang="en-US" sz="2000">
              <a:solidFill>
                <a:schemeClr val="tx1"/>
              </a:solidFill>
              <a:cs typeface="Times New Roman" panose="02020603050405020304" charset="0"/>
            </a:endParaRPr>
          </a:p>
          <a:p>
            <a:pPr marL="0" indent="0" algn="just">
              <a:buNone/>
            </a:pPr>
            <a:r>
              <a:rPr lang="en-US" altLang="en-US" sz="2000" b="1">
                <a:solidFill>
                  <a:schemeClr val="tx1"/>
                </a:solidFill>
                <a:cs typeface="Times New Roman" panose="02020603050405020304" charset="0"/>
              </a:rPr>
              <a:t>Cookies are commonly used for:</a:t>
            </a:r>
            <a:endParaRPr lang="en-US" altLang="en-US" sz="2000" b="1">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User authentication and login sessions</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Storing user preferences</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Tracking user activity</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Maintaining shopping cart information</a:t>
            </a:r>
            <a:endParaRPr lang="en-US" altLang="en-US" sz="2000">
              <a:solidFill>
                <a:schemeClr val="tx1"/>
              </a:solidFill>
              <a:cs typeface="Times New Roman" panose="02020603050405020304" charset="0"/>
            </a:endParaRPr>
          </a:p>
          <a:p>
            <a:pPr algn="just"/>
            <a:r>
              <a:rPr lang="en-US" altLang="en-US" sz="2000">
                <a:solidFill>
                  <a:schemeClr val="tx1"/>
                </a:solidFill>
                <a:cs typeface="Times New Roman" panose="02020603050405020304" charset="0"/>
              </a:rPr>
              <a:t>Each cookie has attributes such as name, value, domain, path, and expiration time.</a:t>
            </a:r>
            <a:endParaRPr lang="en-US" altLang="en-US" sz="2000">
              <a:solidFill>
                <a:schemeClr val="tx1"/>
              </a:solidFill>
              <a:cs typeface="Times New Roman" panose="02020603050405020304" charset="0"/>
            </a:endParaRPr>
          </a:p>
        </p:txBody>
      </p:sp>
      <p:sp>
        <p:nvSpPr>
          <p:cNvPr id="8" name="Title 6"/>
          <p:cNvSpPr>
            <a:spLocks noGrp="1"/>
          </p:cNvSpPr>
          <p:nvPr>
            <p:custDataLst>
              <p:tags r:id="rId2"/>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Cookies</a:t>
            </a:r>
            <a:endParaRPr>
              <a:solidFill>
                <a:schemeClr val="tx1"/>
              </a:solidFill>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1825625"/>
            <a:ext cx="105156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a:solidFill>
                  <a:schemeClr val="tx1"/>
                </a:solidFill>
                <a:cs typeface="Times New Roman" panose="02020603050405020304" charset="0"/>
              </a:rPr>
              <a:t>CookieManager is a class provided by Java (java.net.CookieManager) that handles HTTP cookies automatically during network communication. It acts as a controller between HTTP connections and stored cookies.</a:t>
            </a: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When a server sends cookies in an HTTP response, CookieManager:</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Accepts and stores cookies</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Sends the stored cookies with future HTTP requests</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Applies cookie policies such as domain and path matching</a:t>
            </a: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CookieManager removes the need for manually handling cookies in Java HTTP programs and simplifies session management.</a:t>
            </a:r>
            <a:endParaRPr lang="en-US" altLang="en-US" sz="2000">
              <a:solidFill>
                <a:schemeClr val="tx1"/>
              </a:solidFill>
              <a:cs typeface="Times New Roman" panose="02020603050405020304" charset="0"/>
            </a:endParaRPr>
          </a:p>
          <a:p>
            <a:pPr marL="0" indent="0">
              <a:buNone/>
            </a:pP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   CookieManager cookieManager = new CookieManager();</a:t>
            </a: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    CookieHandler.setDefault(cookieManager);</a:t>
            </a:r>
            <a:endParaRPr lang="en-US" altLang="en-US" sz="2000">
              <a:solidFill>
                <a:schemeClr val="tx1"/>
              </a:solidFill>
              <a:cs typeface="Times New Roman" panose="02020603050405020304" charset="0"/>
            </a:endParaRPr>
          </a:p>
          <a:p>
            <a:pPr marL="0" indent="0">
              <a:buNone/>
            </a:pPr>
            <a:endParaRPr lang="en-US" altLang="en-US" sz="2000">
              <a:solidFill>
                <a:schemeClr val="tx1"/>
              </a:solidFill>
              <a:cs typeface="Times New Roman" panose="02020603050405020304" charset="0"/>
            </a:endParaRPr>
          </a:p>
        </p:txBody>
      </p:sp>
      <p:sp>
        <p:nvSpPr>
          <p:cNvPr id="8" name="Title 6"/>
          <p:cNvSpPr>
            <a:spLocks noGrp="1"/>
          </p:cNvSpPr>
          <p:nvPr>
            <p:custDataLst>
              <p:tags r:id="rId2"/>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CookieManager</a:t>
            </a:r>
            <a:endParaRPr>
              <a:solidFill>
                <a:schemeClr val="tx1"/>
              </a:solidFill>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838200" y="1450340"/>
            <a:ext cx="10515600" cy="5052695"/>
          </a:xfrm>
          <a:prstGeom prst="rect">
            <a:avLst/>
          </a:prstGeom>
        </p:spPr>
        <p:txBody>
          <a:bodyPr vert="horz" wrap="square"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a:solidFill>
                  <a:schemeClr val="tx1"/>
                </a:solidFill>
                <a:cs typeface="Times New Roman" panose="02020603050405020304" charset="0"/>
              </a:rPr>
              <a:t>CookieStore is an interface used by </a:t>
            </a:r>
            <a:r>
              <a:rPr lang="en-US" altLang="en-US" sz="2000" b="1">
                <a:solidFill>
                  <a:schemeClr val="tx1"/>
                </a:solidFill>
                <a:cs typeface="Times New Roman" panose="02020603050405020304" charset="0"/>
              </a:rPr>
              <a:t>CookieManager</a:t>
            </a:r>
            <a:r>
              <a:rPr lang="en-US" altLang="en-US" sz="2000">
                <a:solidFill>
                  <a:schemeClr val="tx1"/>
                </a:solidFill>
                <a:cs typeface="Times New Roman" panose="02020603050405020304" charset="0"/>
              </a:rPr>
              <a:t> to store and retrieve cookies. It is responsible for maintaining cookies in memory or in a persistent store.</a:t>
            </a: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CookieStore provides methods to:</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Add cookies</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Retrieve cookies for a given URI</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Remove cookies</a:t>
            </a:r>
            <a:endParaRPr lang="en-US" altLang="en-US" sz="2000">
              <a:solidFill>
                <a:schemeClr val="tx1"/>
              </a:solidFill>
              <a:cs typeface="Times New Roman" panose="02020603050405020304" charset="0"/>
            </a:endParaRPr>
          </a:p>
          <a:p>
            <a:r>
              <a:rPr lang="en-US" altLang="en-US" sz="2000">
                <a:solidFill>
                  <a:schemeClr val="tx1"/>
                </a:solidFill>
                <a:cs typeface="Times New Roman" panose="02020603050405020304" charset="0"/>
              </a:rPr>
              <a:t>Manage expired cookies</a:t>
            </a: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CookieStore organizes cookies based on rules defined by the HTTP specification, such as domain and path restrictions.</a:t>
            </a:r>
            <a:endParaRPr lang="en-US" altLang="en-US" sz="2000">
              <a:solidFill>
                <a:schemeClr val="tx1"/>
              </a:solidFill>
              <a:cs typeface="Times New Roman" panose="02020603050405020304" charset="0"/>
            </a:endParaRPr>
          </a:p>
          <a:p>
            <a:pPr marL="0" indent="0">
              <a:buNone/>
            </a:pPr>
            <a:r>
              <a:rPr lang="en-US" altLang="en-US" sz="2000">
                <a:solidFill>
                  <a:schemeClr val="tx1"/>
                </a:solidFill>
                <a:cs typeface="Times New Roman" panose="02020603050405020304" charset="0"/>
              </a:rPr>
              <a:t> </a:t>
            </a:r>
            <a:r>
              <a:rPr lang="en-US" altLang="en-US" sz="2000" b="1">
                <a:solidFill>
                  <a:schemeClr val="accent1">
                    <a:lumMod val="20000"/>
                    <a:lumOff val="80000"/>
                  </a:schemeClr>
                </a:solidFill>
                <a:cs typeface="Times New Roman" panose="02020603050405020304" charset="0"/>
              </a:rPr>
              <a:t>CookieManager</a:t>
            </a:r>
            <a:r>
              <a:rPr lang="en-US" altLang="en-US" sz="2000" b="1">
                <a:solidFill>
                  <a:schemeClr val="tx1"/>
                </a:solidFill>
                <a:cs typeface="Times New Roman" panose="02020603050405020304" charset="0"/>
              </a:rPr>
              <a:t> manager = new </a:t>
            </a:r>
            <a:r>
              <a:rPr lang="en-US" altLang="en-US" sz="2000" b="1">
                <a:solidFill>
                  <a:schemeClr val="accent1">
                    <a:lumMod val="20000"/>
                    <a:lumOff val="80000"/>
                  </a:schemeClr>
                </a:solidFill>
                <a:cs typeface="Times New Roman" panose="02020603050405020304" charset="0"/>
              </a:rPr>
              <a:t>CookieManager()</a:t>
            </a:r>
            <a:r>
              <a:rPr lang="en-US" altLang="en-US" sz="2000" b="1">
                <a:solidFill>
                  <a:schemeClr val="tx1"/>
                </a:solidFill>
                <a:cs typeface="Times New Roman" panose="02020603050405020304" charset="0"/>
              </a:rPr>
              <a:t>;</a:t>
            </a:r>
            <a:endParaRPr lang="en-US" altLang="en-US" sz="2000" b="1">
              <a:solidFill>
                <a:schemeClr val="tx1"/>
              </a:solidFill>
              <a:cs typeface="Times New Roman" panose="02020603050405020304" charset="0"/>
            </a:endParaRPr>
          </a:p>
          <a:p>
            <a:pPr marL="0" indent="0">
              <a:buNone/>
            </a:pPr>
            <a:r>
              <a:rPr lang="en-US" altLang="en-US" sz="2000" b="1">
                <a:solidFill>
                  <a:schemeClr val="tx1"/>
                </a:solidFill>
                <a:cs typeface="Times New Roman" panose="02020603050405020304" charset="0"/>
              </a:rPr>
              <a:t>            CookieHandler.setDefault(manager);</a:t>
            </a:r>
            <a:endParaRPr lang="en-US" altLang="en-US" sz="2000" b="1">
              <a:solidFill>
                <a:schemeClr val="tx1"/>
              </a:solidFill>
              <a:cs typeface="Times New Roman" panose="02020603050405020304" charset="0"/>
            </a:endParaRPr>
          </a:p>
          <a:p>
            <a:pPr marL="0" indent="0">
              <a:buNone/>
            </a:pPr>
            <a:r>
              <a:rPr lang="en-US" altLang="en-US" sz="2000" b="1">
                <a:solidFill>
                  <a:schemeClr val="tx1"/>
                </a:solidFill>
                <a:cs typeface="Times New Roman" panose="02020603050405020304" charset="0"/>
              </a:rPr>
              <a:t>            URL url = new URL("https://example.com");</a:t>
            </a:r>
            <a:endParaRPr lang="en-US" altLang="en-US" sz="2000" b="1">
              <a:solidFill>
                <a:schemeClr val="tx1"/>
              </a:solidFill>
              <a:cs typeface="Times New Roman" panose="02020603050405020304" charset="0"/>
            </a:endParaRPr>
          </a:p>
          <a:p>
            <a:pPr marL="0" indent="0">
              <a:buNone/>
            </a:pPr>
            <a:r>
              <a:rPr lang="en-US" altLang="en-US" sz="2000" b="1">
                <a:solidFill>
                  <a:schemeClr val="tx1"/>
                </a:solidFill>
                <a:cs typeface="Times New Roman" panose="02020603050405020304" charset="0"/>
              </a:rPr>
              <a:t>            url.openConnection().getInputStream().close();</a:t>
            </a:r>
            <a:endParaRPr lang="en-US" altLang="en-US" sz="2000" b="1">
              <a:solidFill>
                <a:schemeClr val="tx1"/>
              </a:solidFill>
              <a:cs typeface="Times New Roman" panose="02020603050405020304" charset="0"/>
            </a:endParaRPr>
          </a:p>
          <a:p>
            <a:pPr marL="0" indent="0">
              <a:buNone/>
            </a:pPr>
            <a:r>
              <a:rPr lang="en-US" altLang="en-US" sz="2000" b="1">
                <a:solidFill>
                  <a:schemeClr val="tx1"/>
                </a:solidFill>
                <a:cs typeface="Times New Roman" panose="02020603050405020304" charset="0"/>
              </a:rPr>
              <a:t>           </a:t>
            </a:r>
            <a:r>
              <a:rPr lang="en-US" altLang="en-US" sz="2000" b="1">
                <a:solidFill>
                  <a:schemeClr val="accent1">
                    <a:lumMod val="20000"/>
                    <a:lumOff val="80000"/>
                  </a:schemeClr>
                </a:solidFill>
                <a:cs typeface="Times New Roman" panose="02020603050405020304" charset="0"/>
              </a:rPr>
              <a:t> CookieStore</a:t>
            </a:r>
            <a:r>
              <a:rPr lang="en-US" altLang="en-US" sz="2000" b="1">
                <a:solidFill>
                  <a:schemeClr val="tx1"/>
                </a:solidFill>
                <a:cs typeface="Times New Roman" panose="02020603050405020304" charset="0"/>
              </a:rPr>
              <a:t> store = </a:t>
            </a:r>
            <a:r>
              <a:rPr lang="en-US" altLang="en-US" sz="2000" b="1">
                <a:solidFill>
                  <a:schemeClr val="accent1">
                    <a:lumMod val="20000"/>
                    <a:lumOff val="80000"/>
                  </a:schemeClr>
                </a:solidFill>
                <a:cs typeface="Times New Roman" panose="02020603050405020304" charset="0"/>
              </a:rPr>
              <a:t>manager.getCookieStore();</a:t>
            </a:r>
            <a:endParaRPr lang="en-US" altLang="en-US" sz="2000" b="1">
              <a:solidFill>
                <a:schemeClr val="accent1">
                  <a:lumMod val="20000"/>
                  <a:lumOff val="80000"/>
                </a:schemeClr>
              </a:solidFill>
              <a:cs typeface="Times New Roman" panose="02020603050405020304" charset="0"/>
            </a:endParaRPr>
          </a:p>
        </p:txBody>
      </p:sp>
      <p:sp>
        <p:nvSpPr>
          <p:cNvPr id="8" name="Title 6"/>
          <p:cNvSpPr>
            <a:spLocks noGrp="1"/>
          </p:cNvSpPr>
          <p:nvPr>
            <p:custDataLst>
              <p:tags r:id="rId2"/>
            </p:custDataLst>
          </p:nvPr>
        </p:nvSpPr>
        <p:spPr>
          <a:xfrm>
            <a:off x="838200" y="365125"/>
            <a:ext cx="10515600" cy="1325563"/>
          </a:xfrm>
          <a:prstGeom prst="rect">
            <a:avLst/>
          </a:prstGeom>
        </p:spPr>
        <p:txBody>
          <a:bodyPr vert="horz" wrap="square" lIns="91440" tIns="45720" rIns="91440" bIns="45720" rtlCol="0" anchor="ctr">
            <a:normAutofit/>
          </a:bodyPr>
          <a:lstStyle>
            <a:lvl1pPr marL="0" marR="0" algn="l" defTabSz="914400" rtl="0" eaLnBrk="1" fontAlgn="auto" latinLnBrk="0" hangingPunct="1">
              <a:lnSpc>
                <a:spcPct val="90000"/>
              </a:lnSpc>
              <a:spcBef>
                <a:spcPct val="0"/>
              </a:spcBef>
              <a:buClrTx/>
              <a:buSzTx/>
              <a:buFontTx/>
              <a:buNone/>
              <a:defRPr kumimoji="0" lang="en-US" sz="4400" b="0" i="0" u="none" strike="noStrike" kern="1200" cap="none" spc="0" normalizeH="0" baseline="0" noProof="1">
                <a:solidFill>
                  <a:srgbClr val="000000"/>
                </a:solidFill>
                <a:latin typeface="+mj-lt"/>
                <a:ea typeface="+mj-ea"/>
                <a:cs typeface="+mj-cs"/>
              </a:defRPr>
            </a:lvl1pPr>
          </a:lstStyle>
          <a:p>
            <a:r>
              <a:rPr>
                <a:solidFill>
                  <a:schemeClr val="tx1"/>
                </a:solidFill>
              </a:rPr>
              <a:t>CookieStore</a:t>
            </a:r>
            <a:endParaRPr>
              <a:solidFill>
                <a:schemeClr val="tx1"/>
              </a:solidFill>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VALUE" val="476"/>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8007"/>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8007"/>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007"/>
  <p:tag name="KSO_WM_TEMPLATE_THUMBS_INDEX" val="1、9"/>
  <p:tag name="KSO_WM_SPECIAL_SOURCE" val="bdnull"/>
</p:tagLst>
</file>

<file path=ppt/tags/tag5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8007_1*a*1"/>
  <p:tag name="KSO_WM_TEMPLATE_CATEGORY" val="custom"/>
  <p:tag name="KSO_WM_TEMPLATE_INDEX" val="20238007"/>
  <p:tag name="KSO_WM_UNIT_LAYERLEVEL" val="1"/>
  <p:tag name="KSO_WM_TAG_VERSION" val="3.0"/>
  <p:tag name="KSO_WM_BEAUTIFY_FLAG" val="#wm#"/>
  <p:tag name="KSO_WM_UNIT_PRESET_TEXT" val="Your title here"/>
</p:tagLst>
</file>

<file path=ppt/tags/tag59.xml><?xml version="1.0" encoding="utf-8"?>
<p:tagLst xmlns:p="http://schemas.openxmlformats.org/presentationml/2006/main">
  <p:tag name="KSO_WM_UNIT_ISCONTENTSTITLE" val="0"/>
  <p:tag name="KSO_WM_UNIT_ISNUMDGMTITLE" val="0"/>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custom20238007_1*b*1"/>
  <p:tag name="KSO_WM_TEMPLATE_CATEGORY" val="custom"/>
  <p:tag name="KSO_WM_TEMPLATE_INDEX" val="20238007"/>
  <p:tag name="KSO_WM_UNIT_LAYERLEVEL" val="1"/>
  <p:tag name="KSO_WM_TAG_VERSION" val="3.0"/>
  <p:tag name="KSO_WM_BEAUTIFY_FLAG" val="#wm#"/>
  <p:tag name="KSO_WM_UNIT_PRESET_TEXT" val="Add description"/>
</p:tagLst>
</file>

<file path=ppt/tags/tag60.xml><?xml version="1.0" encoding="utf-8"?>
<p:tagLst xmlns:p="http://schemas.openxmlformats.org/presentationml/2006/main">
  <p:tag name="KSO_WM_SLIDE_ID" val="custom20238007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8007"/>
  <p:tag name="KSO_WM_SLIDE_LAYOUT" val="a_b_f"/>
  <p:tag name="KSO_WM_SLIDE_LAYOUT_CNT" val="1_1_1"/>
  <p:tag name="KSO_WM_SLIDE_TYPE" val="title"/>
  <p:tag name="KSO_WM_SLIDE_SUBTYPE" val="pureTxt"/>
  <p:tag name="KSO_WM_TEMPLATE_THUMBS_INDEX" val="1、9"/>
  <p:tag name="KSO_WM_SPECIAL_SOURCE" val="bdnull"/>
  <p:tag name="KSO_WM_SLIDE_THEME_ID" val="3323825"/>
  <p:tag name="KSO_WM_SLIDE_THEME_NAME" val="Z_20238007_Black Tech"/>
</p:tagLst>
</file>

<file path=ppt/tags/tag6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62.xml><?xml version="1.0" encoding="utf-8"?>
<p:tagLst xmlns:p="http://schemas.openxmlformats.org/presentationml/2006/main">
  <p:tag name="KSO_WM_UNIT_INDEX" val="3"/>
  <p:tag name="KSO_WM_UNIT_TYPE" val="d"/>
  <p:tag name="KSO_WM_BEAUTIFY_FLAG" val="#wm#"/>
</p:tagLst>
</file>

<file path=ppt/tags/tag63.xml><?xml version="1.0" encoding="utf-8"?>
<p:tagLst xmlns:p="http://schemas.openxmlformats.org/presentationml/2006/main">
  <p:tag name="KSO_WM_UNIT_INDEX" val="1"/>
  <p:tag name="KSO_WM_UNIT_TYPE" val="a"/>
  <p:tag name="KSO_WM_BEAUTIFY_FLAG" val="#wm#"/>
</p:tagLst>
</file>

<file path=ppt/tags/tag64.xml><?xml version="1.0" encoding="utf-8"?>
<p:tagLst xmlns:p="http://schemas.openxmlformats.org/presentationml/2006/main">
  <p:tag name="KSO_WM_SLIDE_TYPE" val="text"/>
  <p:tag name="KSO_WM_BEAUTIFY_FLAG" val="#wm#"/>
</p:tagLst>
</file>

<file path=ppt/tags/tag6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66.xml><?xml version="1.0" encoding="utf-8"?>
<p:tagLst xmlns:p="http://schemas.openxmlformats.org/presentationml/2006/main">
  <p:tag name="KSO_WM_UNIT_INDEX" val="1"/>
  <p:tag name="KSO_WM_UNIT_TYPE" val="a"/>
  <p:tag name="KSO_WM_BEAUTIFY_FLAG" val="#wm#"/>
  <p:tag name="KSO_WM_UNIT_TEXT" val="introduction of HTTP"/>
</p:tagLst>
</file>

<file path=ppt/tags/tag67.xml><?xml version="1.0" encoding="utf-8"?>
<p:tagLst xmlns:p="http://schemas.openxmlformats.org/presentationml/2006/main">
  <p:tag name="KSO_WM_SLIDE_TYPE" val="text"/>
  <p:tag name="KSO_WM_BEAUTIFY_FLAG" val="#wm#"/>
</p:tagLst>
</file>

<file path=ppt/tags/tag68.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69.xml><?xml version="1.0" encoding="utf-8"?>
<p:tagLst xmlns:p="http://schemas.openxmlformats.org/presentationml/2006/main">
  <p:tag name="KSO_WM_SLIDE_TYPE" val="text"/>
  <p:tag name="KSO_WM_BEAUTIFY_FLAG" val="#wm#"/>
</p:tagLst>
</file>

<file path=ppt/tags/tag7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71.xml><?xml version="1.0" encoding="utf-8"?>
<p:tagLst xmlns:p="http://schemas.openxmlformats.org/presentationml/2006/main">
  <p:tag name="KSO_WM_UNIT_INDEX" val="1"/>
  <p:tag name="KSO_WM_UNIT_TYPE" val="a"/>
  <p:tag name="KSO_WM_BEAUTIFY_FLAG" val="#wm#"/>
  <p:tag name="KSO_WM_UNIT_TEXT" val="Protocol"/>
</p:tagLst>
</file>

<file path=ppt/tags/tag72.xml><?xml version="1.0" encoding="utf-8"?>
<p:tagLst xmlns:p="http://schemas.openxmlformats.org/presentationml/2006/main">
  <p:tag name="KSO_WM_SLIDE_TYPE" val="text"/>
  <p:tag name="KSO_WM_BEAUTIFY_FLAG" val="#wm#"/>
</p:tagLst>
</file>

<file path=ppt/tags/tag73.xml><?xml version="1.0" encoding="utf-8"?>
<p:tagLst xmlns:p="http://schemas.openxmlformats.org/presentationml/2006/main">
  <p:tag name="KSO_WM_UNIT_INDEX" val="1"/>
  <p:tag name="KSO_WM_UNIT_TYPE" val="d"/>
  <p:tag name="KSO_WM_BEAUTIFY_FLAG" val="#wm#"/>
</p:tagLst>
</file>

<file path=ppt/tags/tag74.xml><?xml version="1.0" encoding="utf-8"?>
<p:tagLst xmlns:p="http://schemas.openxmlformats.org/presentationml/2006/main">
  <p:tag name="KSO_WM_SLIDE_TYPE" val="text"/>
  <p:tag name="KSO_WM_BEAUTIFY_FLAG" val="#wm#"/>
</p:tagLst>
</file>

<file path=ppt/tags/tag75.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76.xml><?xml version="1.0" encoding="utf-8"?>
<p:tagLst xmlns:p="http://schemas.openxmlformats.org/presentationml/2006/main">
  <p:tag name="KSO_WM_SLIDE_TYPE" val="text"/>
  <p:tag name="KSO_WM_BEAUTIFY_FLAG" val="#wm#"/>
</p:tagLst>
</file>

<file path=ppt/tags/tag7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78.xml><?xml version="1.0" encoding="utf-8"?>
<p:tagLst xmlns:p="http://schemas.openxmlformats.org/presentationml/2006/main">
  <p:tag name="KSO_WM_UNIT_INDEX" val="1"/>
  <p:tag name="KSO_WM_UNIT_TYPE" val="a"/>
  <p:tag name="KSO_WM_BEAUTIFY_FLAG" val="#wm#"/>
  <p:tag name="KSO_WM_UNIT_TEXT" val="The Protocol: Keep-Alive"/>
</p:tagLst>
</file>

<file path=ppt/tags/tag79.xml><?xml version="1.0" encoding="utf-8"?>
<p:tagLst xmlns:p="http://schemas.openxmlformats.org/presentationml/2006/main">
  <p:tag name="KSO_WM_SLIDE_TYPE" val="text"/>
  <p:tag name="KSO_WM_BEAUTIFY_FLAG" val="#wm#"/>
</p:tagLst>
</file>

<file path=ppt/tags/tag8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81.xml><?xml version="1.0" encoding="utf-8"?>
<p:tagLst xmlns:p="http://schemas.openxmlformats.org/presentationml/2006/main">
  <p:tag name="KSO_WM_UNIT_INDEX" val="1"/>
  <p:tag name="KSO_WM_UNIT_TYPE" val="a"/>
  <p:tag name="KSO_WM_BEAUTIFY_FLAG" val="#wm#"/>
  <p:tag name="KSO_WM_UNIT_TEXT" val="Methods of HTTP"/>
</p:tagLst>
</file>

<file path=ppt/tags/tag82.xml><?xml version="1.0" encoding="utf-8"?>
<p:tagLst xmlns:p="http://schemas.openxmlformats.org/presentationml/2006/main">
  <p:tag name="KSO_WM_SLIDE_TYPE" val="text"/>
  <p:tag name="KSO_WM_BEAUTIFY_FLAG" val="#wm#"/>
</p:tagLst>
</file>

<file path=ppt/tags/tag8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84.xml><?xml version="1.0" encoding="utf-8"?>
<p:tagLst xmlns:p="http://schemas.openxmlformats.org/presentationml/2006/main">
  <p:tag name="KSO_WM_UNIT_INDEX" val="1"/>
  <p:tag name="KSO_WM_UNIT_TYPE" val="a"/>
  <p:tag name="KSO_WM_BEAUTIFY_FLAG" val="#wm#"/>
  <p:tag name="KSO_WM_UNIT_TEXT" val="The Request Body"/>
</p:tagLst>
</file>

<file path=ppt/tags/tag85.xml><?xml version="1.0" encoding="utf-8"?>
<p:tagLst xmlns:p="http://schemas.openxmlformats.org/presentationml/2006/main">
  <p:tag name="KSO_WM_SLIDE_TYPE" val="text"/>
  <p:tag name="KSO_WM_BEAUTIFY_FLAG" val="#wm#"/>
</p:tagLst>
</file>

<file path=ppt/tags/tag8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87.xml><?xml version="1.0" encoding="utf-8"?>
<p:tagLst xmlns:p="http://schemas.openxmlformats.org/presentationml/2006/main">
  <p:tag name="KSO_WM_UNIT_INDEX" val="1"/>
  <p:tag name="KSO_WM_UNIT_TYPE" val="a"/>
  <p:tag name="KSO_WM_BEAUTIFY_FLAG" val="#wm#"/>
  <p:tag name="KSO_WM_UNIT_TEXT" val="Cookies "/>
</p:tagLst>
</file>

<file path=ppt/tags/tag88.xml><?xml version="1.0" encoding="utf-8"?>
<p:tagLst xmlns:p="http://schemas.openxmlformats.org/presentationml/2006/main">
  <p:tag name="KSO_WM_SLIDE_TYPE" val="text"/>
  <p:tag name="KSO_WM_BEAUTIFY_FLAG" val="#wm#"/>
</p:tagLst>
</file>

<file path=ppt/tags/tag8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90.xml><?xml version="1.0" encoding="utf-8"?>
<p:tagLst xmlns:p="http://schemas.openxmlformats.org/presentationml/2006/main">
  <p:tag name="KSO_WM_UNIT_INDEX" val="1"/>
  <p:tag name="KSO_WM_UNIT_TYPE" val="a"/>
  <p:tag name="KSO_WM_BEAUTIFY_FLAG" val="#wm#"/>
  <p:tag name="KSO_WM_UNIT_TEXT" val="CookieManager"/>
</p:tagLst>
</file>

<file path=ppt/tags/tag91.xml><?xml version="1.0" encoding="utf-8"?>
<p:tagLst xmlns:p="http://schemas.openxmlformats.org/presentationml/2006/main">
  <p:tag name="KSO_WM_SLIDE_TYPE" val="text"/>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160">
      <a:dk1>
        <a:srgbClr val="000000"/>
      </a:dk1>
      <a:lt1>
        <a:srgbClr val="FFFFFF"/>
      </a:lt1>
      <a:dk2>
        <a:srgbClr val="001548"/>
      </a:dk2>
      <a:lt2>
        <a:srgbClr val="F5F7FF"/>
      </a:lt2>
      <a:accent1>
        <a:srgbClr val="00A7FF"/>
      </a:accent1>
      <a:accent2>
        <a:srgbClr val="3386ED"/>
      </a:accent2>
      <a:accent3>
        <a:srgbClr val="33F0FF"/>
      </a:accent3>
      <a:accent4>
        <a:srgbClr val="FA406C"/>
      </a:accent4>
      <a:accent5>
        <a:srgbClr val="C933FE"/>
      </a:accent5>
      <a:accent6>
        <a:srgbClr val="FF00A7"/>
      </a:accent6>
      <a:hlink>
        <a:srgbClr val="304FFE"/>
      </a:hlink>
      <a:folHlink>
        <a:srgbClr val="492067"/>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noFill/>
        <a:ln w="12700">
          <a:solidFill>
            <a:schemeClr val="tx1">
              <a:alpha val="70000"/>
            </a:schemeClr>
          </a:solidFill>
          <a:prstDash val="solid"/>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6741</Words>
  <Application>WPS Presentation</Application>
  <PresentationFormat>Widescreen</PresentationFormat>
  <Paragraphs>103</Paragraphs>
  <Slides>12</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12</vt:i4>
      </vt:variant>
    </vt:vector>
  </HeadingPairs>
  <TitlesOfParts>
    <vt:vector size="34" baseType="lpstr">
      <vt:lpstr>Arial</vt:lpstr>
      <vt:lpstr>SimSun</vt:lpstr>
      <vt:lpstr>Wingdings</vt:lpstr>
      <vt:lpstr>Arial Unicode MS</vt:lpstr>
      <vt:lpstr>Calibri Light</vt:lpstr>
      <vt:lpstr>Calibri</vt:lpstr>
      <vt:lpstr>Microsoft YaHei</vt:lpstr>
      <vt:lpstr>Times New Roman</vt:lpstr>
      <vt:lpstr>MiSans Normal</vt:lpstr>
      <vt:lpstr>Wingdings</vt:lpstr>
      <vt:lpstr>Nunito Sans</vt:lpstr>
      <vt:lpstr>Segoe Print</vt:lpstr>
      <vt:lpstr>Nunito Sans ExtraBold</vt:lpstr>
      <vt:lpstr>Mali SemiBold</vt:lpstr>
      <vt:lpstr>Mali</vt:lpstr>
      <vt:lpstr>汉仪书宋二简</vt:lpstr>
      <vt:lpstr>Manrope ExtraBold</vt:lpstr>
      <vt:lpstr>Lato</vt:lpstr>
      <vt:lpstr>Inter Bold</vt:lpstr>
      <vt:lpstr>Inter</vt:lpstr>
      <vt:lpstr>Office Theme</vt:lpstr>
      <vt:lpstr>1_Office Theme</vt:lpstr>
      <vt:lpstr>HTTP</vt:lpstr>
      <vt:lpstr>introduction of HTTP</vt:lpstr>
      <vt:lpstr>Protocol</vt:lpstr>
      <vt:lpstr>PowerPoint 演示文稿</vt:lpstr>
      <vt:lpstr>The Protocol: Keep-Alive</vt:lpstr>
      <vt:lpstr>PowerPoint 演示文稿</vt:lpstr>
      <vt:lpstr>PowerPoint 演示文稿</vt:lpstr>
      <vt:lpstr>Methods of HTTP</vt:lpstr>
      <vt:lpstr>The Request Body</vt:lpstr>
      <vt:lpstr>Cookies</vt:lpstr>
      <vt:lpstr>CookieManager</vt:lpstr>
      <vt:lpstr>CookieStore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Pappu jaiswal</dc:creator>
  <cp:lastModifiedBy>Pappu Jaiswal</cp:lastModifiedBy>
  <cp:revision>32</cp:revision>
  <dcterms:created xsi:type="dcterms:W3CDTF">2025-07-23T00:59:00Z</dcterms:created>
  <dcterms:modified xsi:type="dcterms:W3CDTF">2025-12-15T01:10:30Z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1085259EDBC045CAB646533FE7E4519C_11</vt:lpwstr>
  </property>
  <property fmtid="{D5CDD505-2E9C-101B-9397-08002B2CF9AE}" pid="3" name="KSOProductBuildVer">
    <vt:lpwstr>1033-12.2.0.23155</vt:lpwstr>
  </property>
</Properties>
</file>